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1 Cover"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2 Where the account stands today"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3 Two weeks of fixing before we spend big"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4 The order we advertise your courses in"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5 Three platforms, three different jobs"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6 The three plans side by side"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7 Plan A · Prove it works"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8 Plan B · Build it out"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9 Plan C · Reach the target"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0 Which plan gets you to 600 students"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1 Where every cost per lead comes from"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2 What the ads will say"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3 How you will know it is working"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4 What we need from you"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5 What it costs"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6 Thank you"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